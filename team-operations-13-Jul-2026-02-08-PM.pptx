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Team &amp;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02:08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Last Month · Region: All · Territory: All · State: All · Payer: All · Primary Parent: All · Patient Type: All · Specialist: All · Status: All · Diagnosis Code: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TOTAL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OPEN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16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50%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9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28.1%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UNRESOLVED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7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21.9%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2064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DAYS TO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18.7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greg.rechtenbach@jazzpharma.com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517.0d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187.0d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492.0d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0620"/>
            <a:ext cx="5454396" cy="3065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16" y="2021189"/>
            <a:ext cx="5454396" cy="24041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0827"/>
            <a:ext cx="5454396" cy="282486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16" y="2171448"/>
            <a:ext cx="5454396" cy="2103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2026-07-13T08:38:52Z</dcterms:created>
  <dcterms:modified xsi:type="dcterms:W3CDTF">2026-07-13T08:38:52Z</dcterms:modified>
</cp:coreProperties>
</file>