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Team &amp; Operations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Generated: 13-Jul-2026 03:19 PM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Filters: Period: Last Month · Region: All · Territory: All · State: All · Payer: All · Primary Parent: All · Patient Type: All · Specialist: All · Status: All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Key Performance Indicators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3544824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A6B7F"/>
                </a:solidFill>
              </a:rPr>
              <a:t>TOTAL CASES</a:t>
            </a:r>
            <a:endParaRPr lang="en-US" sz="9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32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322064" y="1874520"/>
            <a:ext cx="3544824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A6B7F"/>
                </a:solidFill>
              </a:rPr>
              <a:t>OPEN CASES</a:t>
            </a:r>
            <a:endParaRPr lang="en-US" sz="9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16</a:t>
            </a:r>
            <a:endParaRPr lang="en-US" sz="9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A6B7F"/>
                </a:solidFill>
              </a:rPr>
              <a:t>50%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95488" y="1874520"/>
            <a:ext cx="3544824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A6B7F"/>
                </a:solidFill>
              </a:rPr>
              <a:t>CLOSED RESOLVED</a:t>
            </a:r>
            <a:endParaRPr lang="en-US" sz="9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9</a:t>
            </a:r>
            <a:endParaRPr lang="en-US" sz="9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A6B7F"/>
                </a:solidFill>
              </a:rPr>
              <a:t>28.1%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3246120"/>
            <a:ext cx="3544824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A6B7F"/>
                </a:solidFill>
              </a:rPr>
              <a:t>CLOSED UNRESOLVED</a:t>
            </a:r>
            <a:endParaRPr lang="en-US" sz="9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7</a:t>
            </a:r>
            <a:endParaRPr lang="en-US" sz="9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A6B7F"/>
                </a:solidFill>
              </a:rPr>
              <a:t>21.9%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22064" y="3246120"/>
            <a:ext cx="3544824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A6B7F"/>
                </a:solidFill>
              </a:rPr>
              <a:t>AVG DAYS TO RESOLVED</a:t>
            </a:r>
            <a:endParaRPr lang="en-US" sz="9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18.7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Specialist Scorecard</a:t>
            </a:r>
            <a:endParaRPr lang="en-US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1091672" cy="914400"/>
        </p:xfrm>
        <a:graphic>
          <a:graphicData uri="http://schemas.openxmlformats.org/drawingml/2006/table">
            <a:tbl>
              <a:tblPr/>
              <a:tblGrid>
                <a:gridCol w="1008334"/>
                <a:gridCol w="1008334"/>
                <a:gridCol w="1008334"/>
                <a:gridCol w="1008334"/>
                <a:gridCol w="1008334"/>
                <a:gridCol w="1008334"/>
                <a:gridCol w="1008334"/>
                <a:gridCol w="1008334"/>
                <a:gridCol w="1008334"/>
                <a:gridCol w="1008334"/>
                <a:gridCol w="100833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Specialist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Region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Open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New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Open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Existing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Open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Closed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Resolved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Closed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Unresolved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Avg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Days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Resolved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Unresolved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Closed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≤20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Days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chad.dawkins@jazzpharma.com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Region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185.0d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18.2%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60.0%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eric.winfree@jazzpharma.com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Region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143.0d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33.3%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greg.rechtenbach@jazzpharma.com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Unassigned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Region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jerica.eco@jazzpharma.com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Region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517.0d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joanna.janota@jazzpharma.com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Region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202.0d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33.3%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julie.leach@jazzpharma.com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Region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205.0d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luis.cruz@jazzpharma.com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Region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187.0d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mark.finnegan@jazzpharma.com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Region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randall.unzicker@jazzpharma.com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Region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tracy.scott@jazzpharma.com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Region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205.0d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Unassigned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Unassigned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492.0d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315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Case Volume by Territory</a:t>
            </a:r>
            <a:endParaRPr lang="en-US" sz="1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99963"/>
            <a:ext cx="5431536" cy="30524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08776" y="274320"/>
            <a:ext cx="54315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Incident Type Breakdown</a:t>
            </a:r>
            <a:endParaRPr lang="en-US" sz="13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8776" y="2529147"/>
            <a:ext cx="5431536" cy="23940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315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Case Turnaround by Territory</a:t>
            </a:r>
            <a:endParaRPr lang="en-US" sz="1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19667"/>
            <a:ext cx="5431536" cy="28130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08776" y="274320"/>
            <a:ext cx="54315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Case Volume by Payer Type</a:t>
            </a:r>
            <a:endParaRPr lang="en-US" sz="13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8776" y="2678776"/>
            <a:ext cx="5431536" cy="20948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2026-07-13T09:49:31Z</dcterms:created>
  <dcterms:modified xsi:type="dcterms:W3CDTF">2026-07-13T09:49:31Z</dcterms:modified>
</cp:coreProperties>
</file>