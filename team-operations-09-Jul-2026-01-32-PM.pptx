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Team &amp; Operations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01:32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This Month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TOTAL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OPEN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5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100%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0%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UNRESOLVED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37304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DAYS TO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134.0d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752600"/>
            <a:ext cx="1106424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99060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Case Turnaround by Territory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752600"/>
            <a:ext cx="1106424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Did Not Fill Patient 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2026-07-09T08:02:34Z</dcterms:created>
  <dcterms:modified xsi:type="dcterms:W3CDTF">2026-07-09T08:02:34Z</dcterms:modified>
</cp:coreProperties>
</file>