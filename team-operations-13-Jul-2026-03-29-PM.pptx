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Team &amp;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03:29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Current Month · Region: All · Territory: All · State: All · Payer: All · Primary Parent: All · Patient Type: All · Specialist: All · Status: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TOTAL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OPEN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100%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UNRESOLVED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DAYS TO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134.0d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1760"/>
            <a:ext cx="5431536" cy="1645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277687"/>
            <a:ext cx="5431536" cy="2394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Turnaround by Territory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5431536" cy="5897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5431536" cy="589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No data available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776" y="2651760"/>
            <a:ext cx="5431536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2026-07-13T09:59:20Z</dcterms:created>
  <dcterms:modified xsi:type="dcterms:W3CDTF">2026-07-13T09:59:20Z</dcterms:modified>
</cp:coreProperties>
</file>