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</a:rPr>
              <a:t>Time to First Fill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Generated: 09-Jul-2026 12:21 PM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Filters Applied: Period: Specific Month(s) · Months: May 2025, April 2025, March 2025 · Region: All · Territory: All · State: All · Payer: All · Primary Parent: All · Patient Type: All · Specialist: All · Status: All · Diagnosis Code: All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</a:rPr>
              <a:t>Key Performance Indicators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AVG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9 days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337304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MEDIAN TTFF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8 days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5968" y="100584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FILLED &lt;=15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74.4%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3514344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A6B7F"/>
                </a:solidFill>
              </a:rPr>
              <a:t>PATIENTS &gt;45 DAYS</a:t>
            </a:r>
            <a:endParaRPr lang="en-US" sz="10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1A1A1A"/>
                </a:solidFill>
              </a:rPr>
              <a:t>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87750"/>
            <a:ext cx="11091672" cy="4682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78"/>
            <a:ext cx="11091672" cy="43898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Payer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Payer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Third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Party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40.63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State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Other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Advantage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Medicare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29.41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Managed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Medicaid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COMMERCIAL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35.71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Time To First Fill By Territory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11091672" cy="914400"/>
        </p:xfrm>
        <a:graphic>
          <a:graphicData uri="http://schemas.openxmlformats.org/drawingml/2006/table">
            <a:tbl>
              <a:tblPr/>
              <a:tblGrid>
                <a:gridCol w="2218334"/>
                <a:gridCol w="2218334"/>
                <a:gridCol w="2218334"/>
                <a:gridCol w="2218334"/>
                <a:gridCol w="221833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Territory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Patients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Avg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Median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TTFF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&lt;=15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15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28.57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Upper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South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North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Central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N.Florida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SC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New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England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33.33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Mountain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Mid-West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57.14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Mid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Atlantic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19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Gulf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OK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66.67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Florida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EMD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ARM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East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1A"/>
                          </a:solidFill>
                        </a:rPr>
                        <a:t>40.00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2026-07-09T06:51:27Z</dcterms:created>
  <dcterms:modified xsi:type="dcterms:W3CDTF">2026-07-09T06:51:27Z</dcterms:modified>
</cp:coreProperties>
</file>