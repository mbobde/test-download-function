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Time to First Fill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Generated: 09-Jul-2026 12:41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Filters Applied: Period: Specific Month(s) · Months: April 2025, March 2025, May 2025 · Region: All · Territory: All · State: All · Payer: All · Primary Parent: All · Patient Type: All · Specialist: All · Status: All · Diagnosis Code: All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AVG TTFF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9 days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37304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MEDIAN TTFF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8 days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5968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FILLED &lt;=15 DAYS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74.4%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PATIENTS &gt;45 DAYS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87750"/>
            <a:ext cx="11091672" cy="468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078"/>
            <a:ext cx="11091672" cy="43898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Time To First Fill By Payer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&lt;=15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Third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Party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40.63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Other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Advantage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29.41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Managed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COMMERCIAL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35.71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Time To First Fill By Territory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Territory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&lt;=15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28.57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Upper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Upper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Central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Central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N.Florida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England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Mountain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Mid-West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57.14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Atlantic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Gulf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66.67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2026-07-09T07:11:53Z</dcterms:created>
  <dcterms:modified xsi:type="dcterms:W3CDTF">2026-07-09T07:11:53Z</dcterms:modified>
</cp:coreProperties>
</file>