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Conversion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Generated: 09-Jul-2026 12:26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Filters Applied: Period: Specific Month(s) · Months: April 2025, May 2025, March 2025 · Region: All · Territory: All · State: All · Payer: All · Primary Parent: All · Patient Type: All · Specialist: All · Status: All · Diagnosis Code: 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CONVERSION RATE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48.4%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37304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ELIGIBLE PATIENTS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85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5968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DID NOT FILL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46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FILLED &lt;=15 DAYS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34.1%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12-Month Conversion Trend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No data available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533400"/>
            <a:ext cx="1106424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533400"/>
            <a:ext cx="11064240" cy="5791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2026-07-09T06:56:57Z</dcterms:created>
  <dcterms:modified xsi:type="dcterms:W3CDTF">2026-07-09T06:56:57Z</dcterms:modified>
</cp:coreProperties>
</file>