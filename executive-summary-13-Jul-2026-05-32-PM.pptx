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Generated: 13-Jul-2026 05:32 PM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Filters: Period: Last Month · Region: All · Territory: All · State: All · Payer: All · Primary Parent: All · Patient Type: All · Specialist: All · Status: All · Diagnosis Code: All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Key Performance Indicators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CONVERSION RATE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—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22064" y="18745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AVG TIME TO FIRST FILL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0 days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95488" y="18745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REFILL ON TIME RATE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18.9%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CANCELLATION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—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22064" y="32461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DISCONTINUATION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—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95488" y="32461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NEW REFERRALS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—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PERSISTENCY (12-MO)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83.3%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22064" y="46177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HIPAA AUTHORIZED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95488" y="46177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HCPS FOR PATIENTS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59893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COPAY UTILIZATION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0%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22064" y="59893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EMERGENCY SUPPLY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95488" y="59893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QUICK START SUPPLY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73609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PAP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22064" y="73609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NEW PRESCRIBER STARTS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95488" y="73609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PATIENTS ENROLLED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2026-07-13T12:02:19Z</dcterms:created>
  <dcterms:modified xsi:type="dcterms:W3CDTF">2026-07-13T12:02:19Z</dcterms:modified>
</cp:coreProperties>
</file>