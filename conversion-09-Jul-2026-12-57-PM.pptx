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Conversion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Generated: 09-Jul-2026 12:57 PM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Filters Applied: Period: This Month · Region: All · Territory: All · State: All · Payer: All · Primary Parent: All · Patient Type: All · Specialist: All · Status: All · Diagnosis Code: All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Key Performance Indicators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CONVERSION RATE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—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37304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ELIGIBLE PATIENTS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5968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DID NOT FILL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FILLED &lt;=15 DAYS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—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533400"/>
            <a:ext cx="11064240" cy="5791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Conversion by Territory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No data available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Did Not Fill by Outcome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No data available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2026-07-09T07:27:07Z</dcterms:created>
  <dcterms:modified xsi:type="dcterms:W3CDTF">2026-07-09T07:27:07Z</dcterms:modified>
</cp:coreProperties>
</file>