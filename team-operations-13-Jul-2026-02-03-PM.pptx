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Team &amp; Operations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13-Jul-2026 02:03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This Month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TOTAL CASES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OPEN CASES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5</a:t>
            </a:r>
            <a:endParaRPr lang="en-US" sz="10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100%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CLOSED 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0%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CLOSED UNRESOLVED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0%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37304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AVG DAYS TO 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Specialist Scorecard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Specialist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≤20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134.0d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513.0d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96836"/>
            <a:ext cx="5454396" cy="165284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916" y="2021189"/>
            <a:ext cx="5454396" cy="24041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546860"/>
            <a:ext cx="11064240" cy="335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2026-07-13T08:33:38Z</dcterms:created>
  <dcterms:modified xsi:type="dcterms:W3CDTF">2026-07-13T08:33:38Z</dcterms:modified>
</cp:coreProperties>
</file>