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Refill &amp; Persistency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01:33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REFILL ON-TIME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23.2%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PERSISTENCY (12-MONTH)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75%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DISCONTINUATION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CANCELLATION RATE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Refill On-Time Rate (12-Month Trend)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 on Therapy (12-Month Trend)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Shipments by Time to Refill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Discontinued Patients by Territory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2026-07-09T08:03:09Z</dcterms:created>
  <dcterms:modified xsi:type="dcterms:W3CDTF">2026-07-09T08:03:09Z</dcterms:modified>
</cp:coreProperties>
</file>