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Team &amp; Operations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10-Jun-2026 07:23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This Month · Region: All · Territory: All · State: All · Payer: All · Primary Parent: All · Patient Type: All · Specialist: All · Status: Open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TOTAL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OPEN CASES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18</a:t>
            </a:r>
            <a:endParaRPr lang="en-US" sz="10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7F"/>
                </a:solidFill>
              </a:rPr>
              <a:t>100%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CLOSED UNRESOLVED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7304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DAYS TO RESOLVED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Specialist Scorecard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584525"/>
                <a:gridCol w="1584525"/>
                <a:gridCol w="1584525"/>
                <a:gridCol w="1584525"/>
                <a:gridCol w="1584525"/>
                <a:gridCol w="1584525"/>
                <a:gridCol w="15845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Specialist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Aging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Unresolved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chad.dawkins@jazzpharma.com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eric.winfree@jazzpharma.com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greg.rechtenbach@jazzpharma.com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85.0d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heather.dant@jazzpharma.com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jerica.eco@jazzpharma.com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luis.cruz@jazzpharma.com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randall.unzicker@jazzpharma.com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tracy.scott@jazzpharma.com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Region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Unassigned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Case Volume by Territory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021080"/>
            <a:ext cx="11064240" cy="536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Incident Type Breakdown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264920"/>
            <a:ext cx="1106424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Case Turnaround by Territory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Case Volume by Payer Type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1844040"/>
            <a:ext cx="11064240" cy="3718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Did Not Fill Patient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data available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2026-06-10T13:53:24Z</dcterms:created>
  <dcterms:modified xsi:type="dcterms:W3CDTF">2026-06-10T13:53:24Z</dcterms:modified>
</cp:coreProperties>
</file>