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Time to First Fill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07-Jul-2026 10:55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April 2025, March 2025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MEDIAN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10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≤15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81.3%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&gt;45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Avg &amp; Median Time to First Fill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2070"/>
            <a:ext cx="11091672" cy="468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 by Time to First Fill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398"/>
            <a:ext cx="11091672" cy="4389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Payer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Filled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UnitedHealth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Group,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EXPRESS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Quartz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PRIORITY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Premera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OptumRx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MEDCO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HOME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DELIVERY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MAGNOLIA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Kaiser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Permanente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Independence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Cross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EMPOWER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PASSE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ARKANSAS-ESI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COMMUNITY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EXP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SCRIPT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Community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Health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Network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Washington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CerpassRx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PREFERRED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CAPITAL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RX-RELAYHEALTH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Filled ≤15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BlueShield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Tennessee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Territory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Filled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71.43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England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Mountain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Mid-West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75.00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2026-07-07T17:25:56Z</dcterms:created>
  <dcterms:modified xsi:type="dcterms:W3CDTF">2026-07-07T17:25:56Z</dcterms:modified>
</cp:coreProperties>
</file>