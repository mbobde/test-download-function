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Team &amp;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13-Jul-2026 05:32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Period: Last Month · Region: All · Territory: All · State: All · Payer: All · Primary Parent: All · Patient Type: All · Specialist: All · Status: All · Diagnosis Code: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Key Performance Indicators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TOTAL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22064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OPEN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16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50%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5488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9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28.1%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UNRESOLVED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7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21.9%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2064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AVG DAYS TO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18.7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greg.rechtenbach@jazzpharma.com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517.0d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187.0d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492.0d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7748"/>
            <a:ext cx="5271516" cy="296250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2267233"/>
            <a:ext cx="5271516" cy="23235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63924"/>
            <a:ext cx="5271516" cy="273015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2412454"/>
            <a:ext cx="5271516" cy="20330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2026-07-13T12:02:42Z</dcterms:created>
  <dcterms:modified xsi:type="dcterms:W3CDTF">2026-07-13T12:02:42Z</dcterms:modified>
</cp:coreProperties>
</file>