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02:54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This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100%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0300"/>
            <a:ext cx="5431536" cy="1645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26227"/>
            <a:ext cx="5431536" cy="2394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Turnaround by Territory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5431536" cy="5897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5431536" cy="589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No data available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2400300"/>
            <a:ext cx="5431536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2026-07-13T09:24:31Z</dcterms:created>
  <dcterms:modified xsi:type="dcterms:W3CDTF">2026-07-13T09:24:31Z</dcterms:modified>
</cp:coreProperties>
</file>