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Conversion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01:31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Specific Month(s) · Months: April 2025, May 2025, March 2025 ...1+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CONVERSION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50.7%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ELIGIBLE PATIENTS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90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DID NOT FILL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47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FILLED &lt;=15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36.7%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12-Month Conversion Trend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533400"/>
            <a:ext cx="1106424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533400"/>
            <a:ext cx="11064240" cy="579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2026-07-09T08:01:13Z</dcterms:created>
  <dcterms:modified xsi:type="dcterms:W3CDTF">2026-07-09T08:01:13Z</dcterms:modified>
</cp:coreProperties>
</file>