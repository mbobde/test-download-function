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01:31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This Month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CONVERSION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TIME TO FIRST FILL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REFILL ON TIME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23.2%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CANCELLATION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7304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DISCONTINUATION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5968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NEW REFERRALS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PERSISTENCY (12-MO)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37304" y="411480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HIPAA AUTHORIZED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25968" y="411480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HCPS FOR PATIENTS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COPAY UTILIZATION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37304" y="566928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EMERGENCY SUPPLY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25968" y="566928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QUICK START SUPPLY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722376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PAP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37304" y="722376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NEW PRESCRIBER STARTS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25968" y="722376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PATIENTS ENROLLED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2026-07-09T08:01:33Z</dcterms:created>
  <dcterms:modified xsi:type="dcterms:W3CDTF">2026-07-09T08:01:33Z</dcterms:modified>
</cp:coreProperties>
</file>