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Time to First Fill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08:03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Specific Month(s) · Months: July 2025, June 2025, May 2025 ...3+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TTFF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10 days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MEDIAN TTFF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10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FILLED &lt;=15 DAYS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74.8%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PATIENTS &gt;45 DAYS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6279"/>
            <a:ext cx="5271516" cy="222544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385824"/>
            <a:ext cx="5271516" cy="2086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Third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38.10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Advantage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Managed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57.14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62.50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44.44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41.67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46.15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2026-07-13T14:33:30Z</dcterms:created>
  <dcterms:modified xsi:type="dcterms:W3CDTF">2026-07-13T14:33:30Z</dcterms:modified>
</cp:coreProperties>
</file>