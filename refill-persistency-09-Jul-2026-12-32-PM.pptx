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Refill &amp; Persistency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09-Jul-2026 12:32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Specific Month(s) · Months: March 2025, April 2025, May 2025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REFILL ON-TIME RATE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22.8%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PERSISTENCY (12-MONTH)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75%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DISCONTINUATION RATE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4.9%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CANCELLATION RATE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20%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Refill On-Time Rate (12-Month Trend)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264920"/>
            <a:ext cx="1106424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Patients on Therapy (12-Month Trend)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264920"/>
            <a:ext cx="1106424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Shipments by Time to Refill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264920"/>
            <a:ext cx="1106424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Discontinued Patients by Territory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264920"/>
            <a:ext cx="1106424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2026-07-09T07:02:10Z</dcterms:created>
  <dcterms:modified xsi:type="dcterms:W3CDTF">2026-07-09T07:02:10Z</dcterms:modified>
</cp:coreProperties>
</file>