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Team &amp;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13-Jul-2026 03:09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Period: This Month · Region: All · Territory: All · State: All · Payer: All · Primary Parent: All · Patient Type: All · Specialist: All · Status: All · Diagnosis Code: 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Key Performance Indicators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TOTAL CASES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22064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OPEN CASES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5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100%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5488" y="18745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CLOSED 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0%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CLOSED UNRESOLVED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0</a:t>
            </a:r>
            <a:endParaRPr lang="en-US" sz="9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</a:rPr>
              <a:t>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22064" y="3246120"/>
            <a:ext cx="354482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7F"/>
                </a:solidFill>
              </a:rPr>
              <a:t>AVG DAYS TO RESOLVED</a:t>
            </a:r>
            <a:endParaRPr lang="en-US" sz="9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—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Specialist Scorecard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  <a:gridCol w="100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Specialist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Existing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Open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≤20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134.0d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513.0d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00300"/>
            <a:ext cx="5431536" cy="1645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2026227"/>
            <a:ext cx="5431536" cy="2394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31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Case Turnaround by Territory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5431536" cy="58978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5431536" cy="5897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No data available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8776" y="2400300"/>
            <a:ext cx="5431536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2026-07-13T09:39:16Z</dcterms:created>
  <dcterms:modified xsi:type="dcterms:W3CDTF">2026-07-13T09:39:16Z</dcterms:modified>
</cp:coreProperties>
</file>