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Team &amp;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13-Jul-2026 01:48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Last Month · Region: All · Territory: All · State: All · Payer: All · Primary Parent: All · Patient Type: All · Specialist: All · Status: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TOTAL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OPEN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16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50%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28.1%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UNRESOLVED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7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21.9%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7304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DAYS TO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18.7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greg.rechtenbach@jazzpharma.com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517.0d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187.0d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492.0d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543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Volume by Territory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3540"/>
            <a:ext cx="5454396" cy="3065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5916" y="274320"/>
            <a:ext cx="54543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Incident Type Breakdown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16" y="2524109"/>
            <a:ext cx="5454396" cy="24041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543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Turnaround by Territory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3747"/>
            <a:ext cx="5454396" cy="28248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5916" y="274320"/>
            <a:ext cx="54543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Volume by Payer Type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16" y="2674368"/>
            <a:ext cx="5454396" cy="2103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Did Not Fill Patient 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2026-07-13T08:18:28Z</dcterms:created>
  <dcterms:modified xsi:type="dcterms:W3CDTF">2026-07-13T08:18:28Z</dcterms:modified>
</cp:coreProperties>
</file>