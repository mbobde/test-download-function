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Refill &amp; Persistency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05:16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Last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REFILL ON-TIME RATE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18.9%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PERSISTENCY (12-MONTH)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83.3%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DISCONTINUATION RATE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CANCELLATION RATE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Refill On-Time Rate (12-Month Trend)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41553"/>
            <a:ext cx="5271516" cy="23235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4476" y="27432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Patients on Therapy (12-Month Trend)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2541553"/>
            <a:ext cx="5271516" cy="23235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Shipments by Time to Refill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41553"/>
            <a:ext cx="5271516" cy="23235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4476" y="27432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Discontinued Patients by Territory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094476" y="109728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2026-07-13T11:46:38Z</dcterms:created>
  <dcterms:modified xsi:type="dcterms:W3CDTF">2026-07-13T11:46:38Z</dcterms:modified>
</cp:coreProperties>
</file>