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Time to First Fill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07-Jul-2026 08:01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April 2025, March 2025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 days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MEDIAN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10 days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≤15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81.3%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PATIENTS &gt;45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2026-07-07T14:31:42Z</dcterms:created>
  <dcterms:modified xsi:type="dcterms:W3CDTF">2026-07-07T14:31:42Z</dcterms:modified>
</cp:coreProperties>
</file>